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Aurora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Document Review Portal — Project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Cut turnaround time from 5 days to 1 day</a:t>
            </a:r>
          </a:p>
          <a:p>
            <a:r>
              <a:t>Give reviewers a single review queue</a:t>
            </a:r>
          </a:p>
          <a:p>
            <a:r>
              <a:t>Keep a full audit trail of every decision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Design: complete</a:t>
            </a:r>
          </a:p>
          <a:p>
            <a:r>
              <a:t>Engineering: in progress</a:t>
            </a:r>
          </a:p>
          <a:p>
            <a:r>
              <a:t>Pilot rollout: scheduled 2026-08-24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